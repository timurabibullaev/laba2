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63" r:id="rId6"/>
    <p:sldId id="264" r:id="rId7"/>
    <p:sldId id="265" r:id="rId8"/>
    <p:sldId id="260" r:id="rId9"/>
    <p:sldId id="258" r:id="rId10"/>
    <p:sldId id="259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2C2CB-A349-404E-99D8-E02DF240BD41}" type="datetimeFigureOut">
              <a:rPr lang="ru-RU" smtClean="0"/>
              <a:t>02.05.2023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869B2-A44C-451D-B019-43D8186114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5008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2C2CB-A349-404E-99D8-E02DF240BD41}" type="datetimeFigureOut">
              <a:rPr lang="ru-RU" smtClean="0"/>
              <a:t>02.05.2023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869B2-A44C-451D-B019-43D8186114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853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2C2CB-A349-404E-99D8-E02DF240BD41}" type="datetimeFigureOut">
              <a:rPr lang="ru-RU" smtClean="0"/>
              <a:t>02.05.2023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869B2-A44C-451D-B019-43D8186114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4460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2C2CB-A349-404E-99D8-E02DF240BD41}" type="datetimeFigureOut">
              <a:rPr lang="ru-RU" smtClean="0"/>
              <a:t>02.05.2023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869B2-A44C-451D-B019-43D8186114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4683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2C2CB-A349-404E-99D8-E02DF240BD41}" type="datetimeFigureOut">
              <a:rPr lang="ru-RU" smtClean="0"/>
              <a:t>02.05.2023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869B2-A44C-451D-B019-43D8186114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1907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2C2CB-A349-404E-99D8-E02DF240BD41}" type="datetimeFigureOut">
              <a:rPr lang="ru-RU" smtClean="0"/>
              <a:t>02.05.2023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869B2-A44C-451D-B019-43D8186114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1319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2C2CB-A349-404E-99D8-E02DF240BD41}" type="datetimeFigureOut">
              <a:rPr lang="ru-RU" smtClean="0"/>
              <a:t>02.05.2023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869B2-A44C-451D-B019-43D8186114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8669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2C2CB-A349-404E-99D8-E02DF240BD41}" type="datetimeFigureOut">
              <a:rPr lang="ru-RU" smtClean="0"/>
              <a:t>02.05.2023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869B2-A44C-451D-B019-43D8186114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9533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2C2CB-A349-404E-99D8-E02DF240BD41}" type="datetimeFigureOut">
              <a:rPr lang="ru-RU" smtClean="0"/>
              <a:t>02.05.2023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869B2-A44C-451D-B019-43D8186114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5576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2C2CB-A349-404E-99D8-E02DF240BD41}" type="datetimeFigureOut">
              <a:rPr lang="ru-RU" smtClean="0"/>
              <a:t>02.05.2023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869B2-A44C-451D-B019-43D8186114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2439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2C2CB-A349-404E-99D8-E02DF240BD41}" type="datetimeFigureOut">
              <a:rPr lang="ru-RU" smtClean="0"/>
              <a:t>02.05.2023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869B2-A44C-451D-B019-43D8186114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6951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42C2CB-A349-404E-99D8-E02DF240BD41}" type="datetimeFigureOut">
              <a:rPr lang="ru-RU" smtClean="0"/>
              <a:t>02.05.2023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0869B2-A44C-451D-B019-43D8186114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0789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webmg.ru/wp-content/uploads/2022/01/38-20220108_193302-2048x1280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305" r="3633"/>
          <a:stretch/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«3</a:t>
            </a:r>
            <a:r>
              <a:rPr lang="en-US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моделирование»</a:t>
            </a:r>
            <a:endParaRPr lang="ru-RU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7159923" y="4024732"/>
            <a:ext cx="4155057" cy="1655762"/>
          </a:xfrm>
        </p:spPr>
        <p:txBody>
          <a:bodyPr/>
          <a:lstStyle/>
          <a:p>
            <a:pPr algn="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 выполнил ученик 9Б класса Абибуллаев Тимур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239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webmg.ru/wp-content/uploads/2022/01/38-20220108_193302-2048x1280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305" r="3633"/>
          <a:stretch/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3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моделирование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690688"/>
            <a:ext cx="10662138" cy="406204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3D-моделирование – это построение модели объекта в трехмерном пространстве. Современные технологии 3D-моделирования позволяют конструировать сложные и объемные модели, проводить тестирование и вносить в них изменения на различных уровнях.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4909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webmg.ru/wp-content/uploads/2022/01/38-20220108_193302-2048x1280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305" r="3633"/>
          <a:stretch/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Преимущества 3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моделирования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Системы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3D-моделирования позволяют получить модель объекта еще до изготовления пробных образцов и, следовательно, разглядеть слабые стороны проекта и определить его соответствие первоначальной задумке. 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моделирование позволяет увидеть итоговый результат еще на стадии разработки.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Убедительность трехмерной модели.</a:t>
            </a:r>
          </a:p>
          <a:p>
            <a:pPr marL="457200" indent="-457200" algn="just">
              <a:buFont typeface="+mj-lt"/>
              <a:buAutoNum type="arabicPeriod"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6379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webmg.ru/wp-content/uploads/2022/01/38-20220108_193302-2048x1280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305" r="3633"/>
          <a:stretch/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9770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Области применения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423269"/>
            <a:ext cx="10515600" cy="507242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Сферы, в которых используется 3D-моделирование: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кино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компьютерные игры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анимация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VR (виртуальная реальность)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реклама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медицина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машиностроение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лёгкая промышленность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3481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webmg.ru/wp-content/uploads/2022/01/38-20220108_193302-2048x1280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305" r="3633"/>
          <a:stretch/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Рука - манипулятор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Манипулятор — механизм для управления пространственным положением орудий, объектов труда и конструкционных узлов и элементов. Рука-манипулятор позволяет производить захват предметов с дальнейшим их поднятием, перемещением или переносом. Она встраивается в технологические линии роботизированных производств, заменяя человека на рутинных, в том числе, и опасных для здоровья работах.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169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video_2023-05-02_23-32-00">
            <a:hlinkClick r:id="" action="ppaction://media"/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" y="-1"/>
            <a:ext cx="12192000" cy="6858001"/>
          </a:xfrm>
        </p:spPr>
      </p:pic>
    </p:spTree>
    <p:extLst>
      <p:ext uri="{BB962C8B-B14F-4D97-AF65-F5344CB8AC3E}">
        <p14:creationId xmlns:p14="http://schemas.microsoft.com/office/powerpoint/2010/main" val="1331199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webmg.ru/wp-content/uploads/2022/01/38-20220108_193302-2048x1280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305" r="3633"/>
          <a:stretch/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Программа для моделирования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FreeCAD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предназначен главным образом для проектирования объектов реального мира. Всё, что вы делаете во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FreeCAD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использует реальные единицы измерения микроны, километры, дюймы или футы, или даже любое их сочетание.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FreeCAD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предлагает инструменты для создания, экспорта и твердотельного моделирования моделей, экспорта их для трехмерной печати или обработки на ЧПУ станках.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7602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0648"/>
            <a:ext cx="12192000" cy="5749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831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https://webmg.ru/wp-content/uploads/2022/01/38-20220108_193302-2048x1280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305" r="3633"/>
          <a:stretch/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499" y="362264"/>
            <a:ext cx="3938955" cy="6265806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4131" y="362264"/>
            <a:ext cx="5556738" cy="6265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573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webmg.ru/wp-content/uploads/2022/01/38-20220108_193302-2048x1280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305" r="3633"/>
          <a:stretch/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4"/>
          <a:srcRect l="1652"/>
          <a:stretch/>
        </p:blipFill>
        <p:spPr>
          <a:xfrm>
            <a:off x="369277" y="136567"/>
            <a:ext cx="6878331" cy="6586853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8635" y="136566"/>
            <a:ext cx="3500260" cy="6586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617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webmg.ru/wp-content/uploads/2022/01/38-20220108_193302-2048x1280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305" r="3633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6000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Отдельная благодарность Гибадуллину Ильсуру, Беликову Никите и Грицко Илье</a:t>
            </a:r>
            <a:endParaRPr lang="ru-RU" sz="60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6296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104</Words>
  <Application>Microsoft Office PowerPoint</Application>
  <PresentationFormat>Широкоэкранный</PresentationFormat>
  <Paragraphs>24</Paragraphs>
  <Slides>11</Slides>
  <Notes>0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Тема Office</vt:lpstr>
      <vt:lpstr>«3D  моделирование»</vt:lpstr>
      <vt:lpstr>Что такое 3D моделирование?</vt:lpstr>
      <vt:lpstr>Преимущества 3D моделирования</vt:lpstr>
      <vt:lpstr>Области применения</vt:lpstr>
      <vt:lpstr>Рука - манипулятор</vt:lpstr>
      <vt:lpstr>Презентация PowerPoint</vt:lpstr>
      <vt:lpstr>Программа для моделирования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«3D  моделирование»</dc:title>
  <dc:creator>Home</dc:creator>
  <cp:lastModifiedBy>Home</cp:lastModifiedBy>
  <cp:revision>18</cp:revision>
  <dcterms:created xsi:type="dcterms:W3CDTF">2023-05-02T18:26:55Z</dcterms:created>
  <dcterms:modified xsi:type="dcterms:W3CDTF">2023-05-02T21:13:10Z</dcterms:modified>
</cp:coreProperties>
</file>